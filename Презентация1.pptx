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97" d="100"/>
          <a:sy n="9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6AD17-D719-1395-9AFD-1F7CFEE93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D4FEC0-A957-9128-017E-C247ED48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0CF57A-2129-B5F1-62ED-FC6954EE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83D3C2-2B1E-8A60-CCF4-A4C34B91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AEE714-2D0F-71D9-97DF-A04A42E4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52D8A-F00D-79F7-3669-79D52A5F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1DE37-CADD-4222-F70C-726200FC0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B64FA6-4A2B-975D-B4CA-E17F221D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357B0-1EF2-A9CC-9961-839C7A95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461EF0-3184-9A55-3F9A-2FC0A06F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31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41734-9D4E-CFB2-ED01-7BF9241C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28D289-C534-EED9-2E0F-ADD4BA9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6DC59-FB51-9F47-AA97-8D35E248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77992D-E7C8-8D2F-B4FF-7F15C0C7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7FD044-4C5A-6431-B9F0-7CA41D1F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23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FE42F-2FFE-AA50-85BC-139D94D5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617961-BFCE-20DB-74F5-06F3635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6D40AA-61AA-20F6-5621-8DE69DAB1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E66180-0049-B23D-B81C-5183A9BB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F16C9-3774-05FB-560E-B86F2874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2C30BA-A614-031A-323F-601092A0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7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EC9D5-2EAF-6F5C-A2FB-9374D723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C51276-6739-10FF-7331-CE1DEB31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C16C68-87F5-C667-DD8F-9F560E8D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AE1065-0721-BC9C-ECC3-2E466B13C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F973-DCD6-C9F0-2E42-78D7A2CA4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A1617B-0F5E-CF3E-2E0B-8563595F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BFB6CF-F5E5-F571-8E65-033CE8A5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F460CE-C9DB-6A0D-6D15-8138F821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20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3C134-220F-0725-8EF8-0190DD48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2DDE1B-999A-9C4B-4D92-EE7866F6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347559-877E-0396-DF4E-C3689CF8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04E29D-B5A3-913E-CAF6-210A598B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92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953621-4723-9523-4409-2FCF1982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E25BF5-1C86-247E-1EB2-4321A021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75242E-2A2E-ECB0-D8ED-7FCCBF89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76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FAC2D-6AE2-5026-77C2-99231244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93B7A-4326-54B1-1EA8-2A0F79550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8A28F7-91F9-B14E-BF88-836394A4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8241E4-6852-5F6A-2829-EDB4C3BF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A2AA0-EF1D-B96B-C0B3-780AD1EB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2BCE90-D469-8CE1-6430-0C4D49BF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76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9E426-2993-3FC1-3B70-01AFA004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311887-76D8-9331-70BE-817966ED5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29F1F1-E393-FE2E-79EC-F2D265ED3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49A9B2-29FA-28D8-E18E-B1FB4891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CFFEA1-9211-2402-647C-7D6604A6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12362C-2481-6B31-D2C8-262BB36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07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01AE7-86AB-AD62-3B31-33212BB5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739E39-CBC2-6EC1-B864-099DEE844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F17FA-2186-F082-04EF-53DB1F08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DDDE0-6250-AA72-DD74-E3A9165C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B3FFE-2B4D-09AD-969A-9D1254BD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57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AC5D82-4A98-4BBA-5B8D-D70A4BAF4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20C053-A7CF-52C9-3156-B608D996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5797B-BEAB-D48D-748F-FAF31E6A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359AA4-0E37-3E60-0DC4-96FAEF5A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ECDB85-C6F5-9315-4B06-C6C03D5E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FC27F-FE10-57F3-175C-3750A99C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254EB-FDCF-C560-E3E3-DFDCA3940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822364-4079-F2E7-69AD-13A6D2CD0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AA7CF-A266-E94E-AC59-665753AC072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68B426-B6A6-E841-A6F9-6F33A8B3A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3A85D5-7D1D-4B91-0863-3A713378E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48B89-27A6-8841-A24C-3723C99395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64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B6E8F7-FA71-A709-957E-1B4DA968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" y="-8758"/>
            <a:ext cx="12176469" cy="686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9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923C08-1924-1BEF-BB61-68A1FFCE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" y="0"/>
            <a:ext cx="12175477" cy="68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2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D99C05-A212-FE08-87AA-26AABB6A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9"/>
            <a:ext cx="12192000" cy="684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9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113B6E-54EC-8FD6-F68C-628F9579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4"/>
            <a:ext cx="12192000" cy="683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0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18212E-C115-9DD4-27F1-CE3EE419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6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8B0C35-3968-2841-5B6C-C9D080B5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" y="-1"/>
            <a:ext cx="12187621" cy="686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7C94C-D00F-DCE2-CF96-7B586E4E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7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F0A68B-5753-AC2E-3FFE-DF3DFEB2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8"/>
            <a:ext cx="12215446" cy="68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332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Артур</dc:creator>
  <cp:lastModifiedBy>Артур</cp:lastModifiedBy>
  <cp:revision>1</cp:revision>
  <dcterms:created xsi:type="dcterms:W3CDTF">2026-05-14T07:23:41Z</dcterms:created>
  <dcterms:modified xsi:type="dcterms:W3CDTF">2026-05-14T07:29:02Z</dcterms:modified>
</cp:coreProperties>
</file>